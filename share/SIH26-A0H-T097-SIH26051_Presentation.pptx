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7C0BA1-5CA2-4B58-BB50-1BFA6B3F8992}" v="51" dt="2026-08-29T17:36:06.1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umathi42309@outlook.com" userId="0605be4fb276a409" providerId="LiveId" clId="{12791EE1-7A5F-4DC6-8D91-55722DA266F8}"/>
    <pc:docChg chg="undo redo custSel addSld delSld modSld sldOrd">
      <pc:chgData name="sarumathi42309@outlook.com" userId="0605be4fb276a409" providerId="LiveId" clId="{12791EE1-7A5F-4DC6-8D91-55722DA266F8}" dt="2026-08-29T17:36:07.358" v="526"/>
      <pc:docMkLst>
        <pc:docMk/>
      </pc:docMkLst>
      <pc:sldChg chg="addSp delSp modSp mod ord">
        <pc:chgData name="sarumathi42309@outlook.com" userId="0605be4fb276a409" providerId="LiveId" clId="{12791EE1-7A5F-4DC6-8D91-55722DA266F8}" dt="2026-08-29T16:54:19.131" v="400"/>
        <pc:sldMkLst>
          <pc:docMk/>
          <pc:sldMk cId="0" sldId="281"/>
        </pc:sldMkLst>
        <pc:spChg chg="add del mod">
          <ac:chgData name="sarumathi42309@outlook.com" userId="0605be4fb276a409" providerId="LiveId" clId="{12791EE1-7A5F-4DC6-8D91-55722DA266F8}" dt="2026-08-29T15:05:49.064" v="141"/>
          <ac:spMkLst>
            <pc:docMk/>
            <pc:sldMk cId="0" sldId="281"/>
            <ac:spMk id="3" creationId="{8329B810-0437-082F-0C95-4597B5877361}"/>
          </ac:spMkLst>
        </pc:spChg>
        <pc:spChg chg="add mod">
          <ac:chgData name="sarumathi42309@outlook.com" userId="0605be4fb276a409" providerId="LiveId" clId="{12791EE1-7A5F-4DC6-8D91-55722DA266F8}" dt="2026-08-29T15:59:16.142" v="328" actId="207"/>
          <ac:spMkLst>
            <pc:docMk/>
            <pc:sldMk cId="0" sldId="281"/>
            <ac:spMk id="4" creationId="{2C38C345-EBEF-F02D-0BDC-575501FAAFA9}"/>
          </ac:spMkLst>
        </pc:spChg>
        <pc:spChg chg="mod">
          <ac:chgData name="sarumathi42309@outlook.com" userId="0605be4fb276a409" providerId="LiveId" clId="{12791EE1-7A5F-4DC6-8D91-55722DA266F8}" dt="2026-08-29T15:37:55.621" v="289" actId="14100"/>
          <ac:spMkLst>
            <pc:docMk/>
            <pc:sldMk cId="0" sldId="281"/>
            <ac:spMk id="6" creationId="{00000000-0000-0000-0000-000000000000}"/>
          </ac:spMkLst>
        </pc:spChg>
        <pc:spChg chg="mod">
          <ac:chgData name="sarumathi42309@outlook.com" userId="0605be4fb276a409" providerId="LiveId" clId="{12791EE1-7A5F-4DC6-8D91-55722DA266F8}" dt="2026-08-29T15:37:40.017" v="287" actId="14100"/>
          <ac:spMkLst>
            <pc:docMk/>
            <pc:sldMk cId="0" sldId="281"/>
            <ac:spMk id="7" creationId="{00000000-0000-0000-0000-000000000000}"/>
          </ac:spMkLst>
        </pc:spChg>
        <pc:spChg chg="add mod">
          <ac:chgData name="sarumathi42309@outlook.com" userId="0605be4fb276a409" providerId="LiveId" clId="{12791EE1-7A5F-4DC6-8D91-55722DA266F8}" dt="2026-08-29T15:59:46.947" v="329" actId="207"/>
          <ac:spMkLst>
            <pc:docMk/>
            <pc:sldMk cId="0" sldId="281"/>
            <ac:spMk id="8" creationId="{2911EDA3-A505-8E3D-7C3B-7021F17C56AE}"/>
          </ac:spMkLst>
        </pc:spChg>
        <pc:spChg chg="mod">
          <ac:chgData name="sarumathi42309@outlook.com" userId="0605be4fb276a409" providerId="LiveId" clId="{12791EE1-7A5F-4DC6-8D91-55722DA266F8}" dt="2026-08-29T15:38:04.537" v="291" actId="14100"/>
          <ac:spMkLst>
            <pc:docMk/>
            <pc:sldMk cId="0" sldId="281"/>
            <ac:spMk id="9" creationId="{00000000-0000-0000-0000-000000000000}"/>
          </ac:spMkLst>
        </pc:spChg>
        <pc:spChg chg="mod">
          <ac:chgData name="sarumathi42309@outlook.com" userId="0605be4fb276a409" providerId="LiveId" clId="{12791EE1-7A5F-4DC6-8D91-55722DA266F8}" dt="2026-08-29T15:04:54.488" v="131" actId="1076"/>
          <ac:spMkLst>
            <pc:docMk/>
            <pc:sldMk cId="0" sldId="281"/>
            <ac:spMk id="10" creationId="{5DBCE864-823D-4A13-9607-5DA1F0ED5FB8}"/>
          </ac:spMkLst>
        </pc:spChg>
        <pc:spChg chg="add mod">
          <ac:chgData name="sarumathi42309@outlook.com" userId="0605be4fb276a409" providerId="LiveId" clId="{12791EE1-7A5F-4DC6-8D91-55722DA266F8}" dt="2026-08-29T15:59:52.694" v="330" actId="207"/>
          <ac:spMkLst>
            <pc:docMk/>
            <pc:sldMk cId="0" sldId="281"/>
            <ac:spMk id="13" creationId="{655E3358-8766-FB2D-5D5A-1997AFA15949}"/>
          </ac:spMkLst>
        </pc:spChg>
        <pc:spChg chg="mod">
          <ac:chgData name="sarumathi42309@outlook.com" userId="0605be4fb276a409" providerId="LiveId" clId="{12791EE1-7A5F-4DC6-8D91-55722DA266F8}" dt="2026-08-29T13:21:04.659" v="98" actId="1076"/>
          <ac:spMkLst>
            <pc:docMk/>
            <pc:sldMk cId="0" sldId="281"/>
            <ac:spMk id="15361" creationId="{00000000-0000-0000-0000-000000000000}"/>
          </ac:spMkLst>
        </pc:spChg>
        <pc:spChg chg="mod">
          <ac:chgData name="sarumathi42309@outlook.com" userId="0605be4fb276a409" providerId="LiveId" clId="{12791EE1-7A5F-4DC6-8D91-55722DA266F8}" dt="2026-08-29T15:00:09.828" v="100" actId="20577"/>
          <ac:spMkLst>
            <pc:docMk/>
            <pc:sldMk cId="0" sldId="281"/>
            <ac:spMk id="15362" creationId="{00000000-0000-0000-0000-000000000000}"/>
          </ac:spMkLst>
        </pc:spChg>
        <pc:graphicFrameChg chg="add mod modGraphic">
          <ac:chgData name="sarumathi42309@outlook.com" userId="0605be4fb276a409" providerId="LiveId" clId="{12791EE1-7A5F-4DC6-8D91-55722DA266F8}" dt="2026-08-29T15:20:38.334" v="239" actId="1076"/>
          <ac:graphicFrameMkLst>
            <pc:docMk/>
            <pc:sldMk cId="0" sldId="281"/>
            <ac:graphicFrameMk id="2" creationId="{9A5D1BEA-9DB6-2B0D-DBCB-2379A494E2FF}"/>
          </ac:graphicFrameMkLst>
        </pc:graphicFrameChg>
        <pc:graphicFrameChg chg="add mod modGraphic">
          <ac:chgData name="sarumathi42309@outlook.com" userId="0605be4fb276a409" providerId="LiveId" clId="{12791EE1-7A5F-4DC6-8D91-55722DA266F8}" dt="2026-08-29T16:54:15.860" v="399"/>
          <ac:graphicFrameMkLst>
            <pc:docMk/>
            <pc:sldMk cId="0" sldId="281"/>
            <ac:graphicFrameMk id="5" creationId="{D3505574-0956-0273-6FE1-657317D95FCF}"/>
          </ac:graphicFrameMkLst>
        </pc:graphicFrameChg>
        <pc:graphicFrameChg chg="add mod modGraphic">
          <ac:chgData name="sarumathi42309@outlook.com" userId="0605be4fb276a409" providerId="LiveId" clId="{12791EE1-7A5F-4DC6-8D91-55722DA266F8}" dt="2026-08-29T16:54:19.131" v="400"/>
          <ac:graphicFrameMkLst>
            <pc:docMk/>
            <pc:sldMk cId="0" sldId="281"/>
            <ac:graphicFrameMk id="12" creationId="{4417F99C-1559-0AE9-0B7B-06DDDB1ACFFF}"/>
          </ac:graphicFrameMkLst>
        </pc:graphicFrameChg>
        <pc:picChg chg="mod">
          <ac:chgData name="sarumathi42309@outlook.com" userId="0605be4fb276a409" providerId="LiveId" clId="{12791EE1-7A5F-4DC6-8D91-55722DA266F8}" dt="2026-08-29T13:20:57.569" v="97" actId="14100"/>
          <ac:picMkLst>
            <pc:docMk/>
            <pc:sldMk cId="0" sldId="281"/>
            <ac:picMk id="11" creationId="{00000000-0000-0000-0000-000000000000}"/>
          </ac:picMkLst>
        </pc:picChg>
      </pc:sldChg>
      <pc:sldChg chg="addSp delSp modSp mod">
        <pc:chgData name="sarumathi42309@outlook.com" userId="0605be4fb276a409" providerId="LiveId" clId="{12791EE1-7A5F-4DC6-8D91-55722DA266F8}" dt="2026-08-29T16:54:27.755" v="402"/>
        <pc:sldMkLst>
          <pc:docMk/>
          <pc:sldMk cId="0" sldId="290"/>
        </pc:sldMkLst>
        <pc:spChg chg="add mod">
          <ac:chgData name="sarumathi42309@outlook.com" userId="0605be4fb276a409" providerId="LiveId" clId="{12791EE1-7A5F-4DC6-8D91-55722DA266F8}" dt="2026-08-29T16:03:24.639" v="336" actId="14100"/>
          <ac:spMkLst>
            <pc:docMk/>
            <pc:sldMk cId="0" sldId="290"/>
            <ac:spMk id="3" creationId="{F33769B1-AA7C-31A0-1287-4F45C78C7E45}"/>
          </ac:spMkLst>
        </pc:spChg>
        <pc:spChg chg="mod">
          <ac:chgData name="sarumathi42309@outlook.com" userId="0605be4fb276a409" providerId="LiveId" clId="{12791EE1-7A5F-4DC6-8D91-55722DA266F8}" dt="2026-08-29T15:58:30.254" v="324" actId="1076"/>
          <ac:spMkLst>
            <pc:docMk/>
            <pc:sldMk cId="0" sldId="290"/>
            <ac:spMk id="11" creationId="{5DBCE864-823D-4A13-9607-5DA1F0ED5FB8}"/>
          </ac:spMkLst>
        </pc:spChg>
        <pc:spChg chg="mod">
          <ac:chgData name="sarumathi42309@outlook.com" userId="0605be4fb276a409" providerId="LiveId" clId="{12791EE1-7A5F-4DC6-8D91-55722DA266F8}" dt="2026-08-29T15:47:48.143" v="302" actId="207"/>
          <ac:spMkLst>
            <pc:docMk/>
            <pc:sldMk cId="0" sldId="290"/>
            <ac:spMk id="17409" creationId="{00000000-0000-0000-0000-000000000000}"/>
          </ac:spMkLst>
        </pc:spChg>
        <pc:spChg chg="del mod">
          <ac:chgData name="sarumathi42309@outlook.com" userId="0605be4fb276a409" providerId="LiveId" clId="{12791EE1-7A5F-4DC6-8D91-55722DA266F8}" dt="2026-08-29T15:48:53.623" v="312"/>
          <ac:spMkLst>
            <pc:docMk/>
            <pc:sldMk cId="0" sldId="290"/>
            <ac:spMk id="17410" creationId="{00000000-0000-0000-0000-000000000000}"/>
          </ac:spMkLst>
        </pc:spChg>
        <pc:graphicFrameChg chg="add mod modGraphic">
          <ac:chgData name="sarumathi42309@outlook.com" userId="0605be4fb276a409" providerId="LiveId" clId="{12791EE1-7A5F-4DC6-8D91-55722DA266F8}" dt="2026-08-29T16:54:24.510" v="401"/>
          <ac:graphicFrameMkLst>
            <pc:docMk/>
            <pc:sldMk cId="0" sldId="290"/>
            <ac:graphicFrameMk id="2" creationId="{F9EC3407-2747-1FB3-9B4E-BD078B1B600B}"/>
          </ac:graphicFrameMkLst>
        </pc:graphicFrameChg>
        <pc:graphicFrameChg chg="add mod modGraphic">
          <ac:chgData name="sarumathi42309@outlook.com" userId="0605be4fb276a409" providerId="LiveId" clId="{12791EE1-7A5F-4DC6-8D91-55722DA266F8}" dt="2026-08-29T16:54:27.755" v="402"/>
          <ac:graphicFrameMkLst>
            <pc:docMk/>
            <pc:sldMk cId="0" sldId="290"/>
            <ac:graphicFrameMk id="4" creationId="{33C58B4E-B115-10B2-2D68-56023AB974AC}"/>
          </ac:graphicFrameMkLst>
        </pc:graphicFrameChg>
      </pc:sldChg>
      <pc:sldChg chg="addSp delSp modSp mod">
        <pc:chgData name="sarumathi42309@outlook.com" userId="0605be4fb276a409" providerId="LiveId" clId="{12791EE1-7A5F-4DC6-8D91-55722DA266F8}" dt="2026-08-29T17:36:07.358" v="526"/>
        <pc:sldMkLst>
          <pc:docMk/>
          <pc:sldMk cId="0" sldId="291"/>
        </pc:sldMkLst>
        <pc:spChg chg="add del mod">
          <ac:chgData name="sarumathi42309@outlook.com" userId="0605be4fb276a409" providerId="LiveId" clId="{12791EE1-7A5F-4DC6-8D91-55722DA266F8}" dt="2026-08-29T17:36:07.358" v="526"/>
          <ac:spMkLst>
            <pc:docMk/>
            <pc:sldMk cId="0" sldId="291"/>
            <ac:spMk id="3" creationId="{E0DD5929-6728-CBFD-40BE-E70B44B6D82A}"/>
          </ac:spMkLst>
        </pc:spChg>
        <pc:spChg chg="mod">
          <ac:chgData name="sarumathi42309@outlook.com" userId="0605be4fb276a409" providerId="LiveId" clId="{12791EE1-7A5F-4DC6-8D91-55722DA266F8}" dt="2026-08-29T17:36:03.007" v="523" actId="115"/>
          <ac:spMkLst>
            <pc:docMk/>
            <pc:sldMk cId="0" sldId="291"/>
            <ac:spMk id="10" creationId="{00000000-0000-0000-0000-000000000000}"/>
          </ac:spMkLst>
        </pc:spChg>
        <pc:picChg chg="mod">
          <ac:chgData name="sarumathi42309@outlook.com" userId="0605be4fb276a409" providerId="LiveId" clId="{12791EE1-7A5F-4DC6-8D91-55722DA266F8}" dt="2026-08-29T11:01:38.494" v="88" actId="1076"/>
          <ac:picMkLst>
            <pc:docMk/>
            <pc:sldMk cId="0" sldId="291"/>
            <ac:picMk id="5" creationId="{9120848B-B2B4-45BE-A961-AEC0B06CF41B}"/>
          </ac:picMkLst>
        </pc:picChg>
      </pc:sldChg>
      <pc:sldChg chg="addSp delSp modSp mod">
        <pc:chgData name="sarumathi42309@outlook.com" userId="0605be4fb276a409" providerId="LiveId" clId="{12791EE1-7A5F-4DC6-8D91-55722DA266F8}" dt="2026-08-29T16:43:50.573" v="388"/>
        <pc:sldMkLst>
          <pc:docMk/>
          <pc:sldMk cId="3753387913" sldId="293"/>
        </pc:sldMkLst>
        <pc:spChg chg="add del mod">
          <ac:chgData name="sarumathi42309@outlook.com" userId="0605be4fb276a409" providerId="LiveId" clId="{12791EE1-7A5F-4DC6-8D91-55722DA266F8}" dt="2026-08-29T16:43:50.573" v="388"/>
          <ac:spMkLst>
            <pc:docMk/>
            <pc:sldMk cId="3753387913" sldId="293"/>
            <ac:spMk id="4" creationId="{B826ED2B-C1D2-7A56-C766-90039AA45D07}"/>
          </ac:spMkLst>
        </pc:spChg>
        <pc:spChg chg="mod">
          <ac:chgData name="sarumathi42309@outlook.com" userId="0605be4fb276a409" providerId="LiveId" clId="{12791EE1-7A5F-4DC6-8D91-55722DA266F8}" dt="2026-08-29T16:40:40.606" v="376" actId="1076"/>
          <ac:spMkLst>
            <pc:docMk/>
            <pc:sldMk cId="3753387913" sldId="293"/>
            <ac:spMk id="6" creationId="{00000000-0000-0000-0000-000000000000}"/>
          </ac:spMkLst>
        </pc:spChg>
        <pc:spChg chg="mod">
          <ac:chgData name="sarumathi42309@outlook.com" userId="0605be4fb276a409" providerId="LiveId" clId="{12791EE1-7A5F-4DC6-8D91-55722DA266F8}" dt="2026-08-29T16:40:29.411" v="375" actId="1076"/>
          <ac:spMkLst>
            <pc:docMk/>
            <pc:sldMk cId="3753387913" sldId="293"/>
            <ac:spMk id="7" creationId="{00000000-0000-0000-0000-000000000000}"/>
          </ac:spMkLst>
        </pc:spChg>
        <pc:spChg chg="mod">
          <ac:chgData name="sarumathi42309@outlook.com" userId="0605be4fb276a409" providerId="LiveId" clId="{12791EE1-7A5F-4DC6-8D91-55722DA266F8}" dt="2026-08-29T16:42:31.985" v="379" actId="14100"/>
          <ac:spMkLst>
            <pc:docMk/>
            <pc:sldMk cId="3753387913" sldId="293"/>
            <ac:spMk id="10" creationId="{AD4F69D3-EEB0-4C4C-9434-B9960FB5854C}"/>
          </ac:spMkLst>
        </pc:spChg>
        <pc:spChg chg="mod">
          <ac:chgData name="sarumathi42309@outlook.com" userId="0605be4fb276a409" providerId="LiveId" clId="{12791EE1-7A5F-4DC6-8D91-55722DA266F8}" dt="2026-08-29T16:34:18.938" v="355" actId="1076"/>
          <ac:spMkLst>
            <pc:docMk/>
            <pc:sldMk cId="3753387913" sldId="293"/>
            <ac:spMk id="12" creationId="{5DBCE864-823D-4A13-9607-5DA1F0ED5FB8}"/>
          </ac:spMkLst>
        </pc:spChg>
        <pc:spChg chg="mod">
          <ac:chgData name="sarumathi42309@outlook.com" userId="0605be4fb276a409" providerId="LiveId" clId="{12791EE1-7A5F-4DC6-8D91-55722DA266F8}" dt="2026-08-29T16:43:13.963" v="385" actId="255"/>
          <ac:spMkLst>
            <pc:docMk/>
            <pc:sldMk cId="3753387913" sldId="293"/>
            <ac:spMk id="17409" creationId="{00000000-0000-0000-0000-000000000000}"/>
          </ac:spMkLst>
        </pc:spChg>
        <pc:spChg chg="del mod">
          <ac:chgData name="sarumathi42309@outlook.com" userId="0605be4fb276a409" providerId="LiveId" clId="{12791EE1-7A5F-4DC6-8D91-55722DA266F8}" dt="2026-08-29T16:34:14.164" v="354" actId="478"/>
          <ac:spMkLst>
            <pc:docMk/>
            <pc:sldMk cId="3753387913" sldId="293"/>
            <ac:spMk id="17410" creationId="{00000000-0000-0000-0000-000000000000}"/>
          </ac:spMkLst>
        </pc:spChg>
        <pc:picChg chg="add mod">
          <ac:chgData name="sarumathi42309@outlook.com" userId="0605be4fb276a409" providerId="LiveId" clId="{12791EE1-7A5F-4DC6-8D91-55722DA266F8}" dt="2026-08-29T16:43:17.756" v="386" actId="1076"/>
          <ac:picMkLst>
            <pc:docMk/>
            <pc:sldMk cId="3753387913" sldId="293"/>
            <ac:picMk id="3" creationId="{817CDE3A-3494-7F02-8292-A934D72327F2}"/>
          </ac:picMkLst>
        </pc:picChg>
        <pc:picChg chg="mod">
          <ac:chgData name="sarumathi42309@outlook.com" userId="0605be4fb276a409" providerId="LiveId" clId="{12791EE1-7A5F-4DC6-8D91-55722DA266F8}" dt="2026-08-29T16:39:24.505" v="371" actId="14100"/>
          <ac:picMkLst>
            <pc:docMk/>
            <pc:sldMk cId="3753387913" sldId="293"/>
            <ac:picMk id="11" creationId="{00000000-0000-0000-0000-000000000000}"/>
          </ac:picMkLst>
        </pc:picChg>
      </pc:sldChg>
      <pc:sldChg chg="addSp delSp modSp mod">
        <pc:chgData name="sarumathi42309@outlook.com" userId="0605be4fb276a409" providerId="LiveId" clId="{12791EE1-7A5F-4DC6-8D91-55722DA266F8}" dt="2026-08-29T17:29:40.799" v="506" actId="1076"/>
        <pc:sldMkLst>
          <pc:docMk/>
          <pc:sldMk cId="2997144140" sldId="294"/>
        </pc:sldMkLst>
        <pc:spChg chg="add del">
          <ac:chgData name="sarumathi42309@outlook.com" userId="0605be4fb276a409" providerId="LiveId" clId="{12791EE1-7A5F-4DC6-8D91-55722DA266F8}" dt="2026-08-29T17:05:26.680" v="442" actId="22"/>
          <ac:spMkLst>
            <pc:docMk/>
            <pc:sldMk cId="2997144140" sldId="294"/>
            <ac:spMk id="19" creationId="{074A4FDA-3B6C-4A94-6B92-4BAAD4FC5F8D}"/>
          </ac:spMkLst>
        </pc:spChg>
        <pc:spChg chg="del mod">
          <ac:chgData name="sarumathi42309@outlook.com" userId="0605be4fb276a409" providerId="LiveId" clId="{12791EE1-7A5F-4DC6-8D91-55722DA266F8}" dt="2026-08-29T16:52:51.039" v="393"/>
          <ac:spMkLst>
            <pc:docMk/>
            <pc:sldMk cId="2997144140" sldId="294"/>
            <ac:spMk id="17410" creationId="{00000000-0000-0000-0000-000000000000}"/>
          </ac:spMkLst>
        </pc:spChg>
        <pc:graphicFrameChg chg="add mod modGraphic">
          <ac:chgData name="sarumathi42309@outlook.com" userId="0605be4fb276a409" providerId="LiveId" clId="{12791EE1-7A5F-4DC6-8D91-55722DA266F8}" dt="2026-08-29T16:55:47.972" v="410" actId="255"/>
          <ac:graphicFrameMkLst>
            <pc:docMk/>
            <pc:sldMk cId="2997144140" sldId="294"/>
            <ac:graphicFrameMk id="2" creationId="{F3FD4A95-7DF5-28E4-C2E9-AE90E997D03B}"/>
          </ac:graphicFrameMkLst>
        </pc:graphicFrameChg>
        <pc:graphicFrameChg chg="add mod modGraphic">
          <ac:chgData name="sarumathi42309@outlook.com" userId="0605be4fb276a409" providerId="LiveId" clId="{12791EE1-7A5F-4DC6-8D91-55722DA266F8}" dt="2026-08-29T16:58:58.696" v="425" actId="1076"/>
          <ac:graphicFrameMkLst>
            <pc:docMk/>
            <pc:sldMk cId="2997144140" sldId="294"/>
            <ac:graphicFrameMk id="8" creationId="{73D85B58-3812-C80F-DA03-3FDB62E52FC7}"/>
          </ac:graphicFrameMkLst>
        </pc:graphicFrameChg>
        <pc:graphicFrameChg chg="add mod modGraphic">
          <ac:chgData name="sarumathi42309@outlook.com" userId="0605be4fb276a409" providerId="LiveId" clId="{12791EE1-7A5F-4DC6-8D91-55722DA266F8}" dt="2026-08-29T17:17:36.440" v="488" actId="1076"/>
          <ac:graphicFrameMkLst>
            <pc:docMk/>
            <pc:sldMk cId="2997144140" sldId="294"/>
            <ac:graphicFrameMk id="14" creationId="{C4197AA3-5A5C-39FD-D442-49F64CBF3295}"/>
          </ac:graphicFrameMkLst>
        </pc:graphicFrameChg>
        <pc:graphicFrameChg chg="add mod modGraphic">
          <ac:chgData name="sarumathi42309@outlook.com" userId="0605be4fb276a409" providerId="LiveId" clId="{12791EE1-7A5F-4DC6-8D91-55722DA266F8}" dt="2026-08-29T17:05:52.209" v="447" actId="1076"/>
          <ac:graphicFrameMkLst>
            <pc:docMk/>
            <pc:sldMk cId="2997144140" sldId="294"/>
            <ac:graphicFrameMk id="17" creationId="{16AD45B3-F78E-494D-C37F-1D7AF1CA8545}"/>
          </ac:graphicFrameMkLst>
        </pc:graphicFrameChg>
        <pc:graphicFrameChg chg="add mod modGraphic">
          <ac:chgData name="sarumathi42309@outlook.com" userId="0605be4fb276a409" providerId="LiveId" clId="{12791EE1-7A5F-4DC6-8D91-55722DA266F8}" dt="2026-08-29T17:11:17.849" v="470" actId="113"/>
          <ac:graphicFrameMkLst>
            <pc:docMk/>
            <pc:sldMk cId="2997144140" sldId="294"/>
            <ac:graphicFrameMk id="22" creationId="{673307F7-2D01-B10C-6D2B-F3F7D42C2708}"/>
          </ac:graphicFrameMkLst>
        </pc:graphicFrameChg>
        <pc:graphicFrameChg chg="add mod modGraphic">
          <ac:chgData name="sarumathi42309@outlook.com" userId="0605be4fb276a409" providerId="LiveId" clId="{12791EE1-7A5F-4DC6-8D91-55722DA266F8}" dt="2026-08-29T17:11:56.589" v="472" actId="1076"/>
          <ac:graphicFrameMkLst>
            <pc:docMk/>
            <pc:sldMk cId="2997144140" sldId="294"/>
            <ac:graphicFrameMk id="25" creationId="{EA990FCA-0FC7-E0DA-062B-0A528BE8A725}"/>
          </ac:graphicFrameMkLst>
        </pc:graphicFrameChg>
        <pc:graphicFrameChg chg="add mod modGraphic">
          <ac:chgData name="sarumathi42309@outlook.com" userId="0605be4fb276a409" providerId="LiveId" clId="{12791EE1-7A5F-4DC6-8D91-55722DA266F8}" dt="2026-08-29T17:13:41.148" v="484" actId="14100"/>
          <ac:graphicFrameMkLst>
            <pc:docMk/>
            <pc:sldMk cId="2997144140" sldId="294"/>
            <ac:graphicFrameMk id="28" creationId="{08723655-2F83-7ECA-52A0-37F12FC1FA59}"/>
          </ac:graphicFrameMkLst>
        </pc:graphicFrameChg>
        <pc:graphicFrameChg chg="add mod modGraphic">
          <ac:chgData name="sarumathi42309@outlook.com" userId="0605be4fb276a409" providerId="LiveId" clId="{12791EE1-7A5F-4DC6-8D91-55722DA266F8}" dt="2026-08-29T17:29:40.799" v="506" actId="1076"/>
          <ac:graphicFrameMkLst>
            <pc:docMk/>
            <pc:sldMk cId="2997144140" sldId="294"/>
            <ac:graphicFrameMk id="35" creationId="{6CDE8C0B-AACC-2976-6E1D-952CBD32380D}"/>
          </ac:graphicFrameMkLst>
        </pc:graphicFrameChg>
        <pc:inkChg chg="add del">
          <ac:chgData name="sarumathi42309@outlook.com" userId="0605be4fb276a409" providerId="LiveId" clId="{12791EE1-7A5F-4DC6-8D91-55722DA266F8}" dt="2026-08-29T16:56:18.690" v="412" actId="9405"/>
          <ac:inkMkLst>
            <pc:docMk/>
            <pc:sldMk cId="2997144140" sldId="294"/>
            <ac:inkMk id="3" creationId="{93C5CDC2-524A-2D31-4553-B951F145854B}"/>
          </ac:inkMkLst>
        </pc:inkChg>
        <pc:cxnChg chg="add">
          <ac:chgData name="sarumathi42309@outlook.com" userId="0605be4fb276a409" providerId="LiveId" clId="{12791EE1-7A5F-4DC6-8D91-55722DA266F8}" dt="2026-08-29T16:56:44.569" v="413" actId="11529"/>
          <ac:cxnSpMkLst>
            <pc:docMk/>
            <pc:sldMk cId="2997144140" sldId="294"/>
            <ac:cxnSpMk id="5" creationId="{D40DFBBD-7232-555C-D24A-3E4983F5283E}"/>
          </ac:cxnSpMkLst>
        </pc:cxnChg>
        <pc:cxnChg chg="add">
          <ac:chgData name="sarumathi42309@outlook.com" userId="0605be4fb276a409" providerId="LiveId" clId="{12791EE1-7A5F-4DC6-8D91-55722DA266F8}" dt="2026-08-29T16:59:16.434" v="426" actId="11529"/>
          <ac:cxnSpMkLst>
            <pc:docMk/>
            <pc:sldMk cId="2997144140" sldId="294"/>
            <ac:cxnSpMk id="13" creationId="{A72650F3-26C3-942E-C461-7DBF70D8201F}"/>
          </ac:cxnSpMkLst>
        </pc:cxnChg>
        <pc:cxnChg chg="add">
          <ac:chgData name="sarumathi42309@outlook.com" userId="0605be4fb276a409" providerId="LiveId" clId="{12791EE1-7A5F-4DC6-8D91-55722DA266F8}" dt="2026-08-29T17:04:23.462" v="435" actId="11529"/>
          <ac:cxnSpMkLst>
            <pc:docMk/>
            <pc:sldMk cId="2997144140" sldId="294"/>
            <ac:cxnSpMk id="16" creationId="{E486DFE4-959E-2B2D-3D9B-51788F1D00B6}"/>
          </ac:cxnSpMkLst>
        </pc:cxnChg>
        <pc:cxnChg chg="add">
          <ac:chgData name="sarumathi42309@outlook.com" userId="0605be4fb276a409" providerId="LiveId" clId="{12791EE1-7A5F-4DC6-8D91-55722DA266F8}" dt="2026-08-29T17:06:16.414" v="448" actId="11529"/>
          <ac:cxnSpMkLst>
            <pc:docMk/>
            <pc:sldMk cId="2997144140" sldId="294"/>
            <ac:cxnSpMk id="21" creationId="{A5ED9A2C-49DB-A290-F0E5-9A850DD06244}"/>
          </ac:cxnSpMkLst>
        </pc:cxnChg>
        <pc:cxnChg chg="add">
          <ac:chgData name="sarumathi42309@outlook.com" userId="0605be4fb276a409" providerId="LiveId" clId="{12791EE1-7A5F-4DC6-8D91-55722DA266F8}" dt="2026-08-29T17:09:08.274" v="459" actId="11529"/>
          <ac:cxnSpMkLst>
            <pc:docMk/>
            <pc:sldMk cId="2997144140" sldId="294"/>
            <ac:cxnSpMk id="24" creationId="{288F522A-B1F6-8117-BC09-B76CC66E80C1}"/>
          </ac:cxnSpMkLst>
        </pc:cxnChg>
        <pc:cxnChg chg="add mod">
          <ac:chgData name="sarumathi42309@outlook.com" userId="0605be4fb276a409" providerId="LiveId" clId="{12791EE1-7A5F-4DC6-8D91-55722DA266F8}" dt="2026-08-29T17:12:40.455" v="477" actId="14100"/>
          <ac:cxnSpMkLst>
            <pc:docMk/>
            <pc:sldMk cId="2997144140" sldId="294"/>
            <ac:cxnSpMk id="27" creationId="{1F6D2D46-0148-6EC3-6766-DB69BFDFF15A}"/>
          </ac:cxnSpMkLst>
        </pc:cxnChg>
        <pc:cxnChg chg="add del">
          <ac:chgData name="sarumathi42309@outlook.com" userId="0605be4fb276a409" providerId="LiveId" clId="{12791EE1-7A5F-4DC6-8D91-55722DA266F8}" dt="2026-08-29T17:17:46.645" v="490" actId="11529"/>
          <ac:cxnSpMkLst>
            <pc:docMk/>
            <pc:sldMk cId="2997144140" sldId="294"/>
            <ac:cxnSpMk id="31" creationId="{2EA08879-1229-4488-4509-D7CA17CD64ED}"/>
          </ac:cxnSpMkLst>
        </pc:cxnChg>
        <pc:cxnChg chg="add mod">
          <ac:chgData name="sarumathi42309@outlook.com" userId="0605be4fb276a409" providerId="LiveId" clId="{12791EE1-7A5F-4DC6-8D91-55722DA266F8}" dt="2026-08-29T17:19:24.205" v="493" actId="14100"/>
          <ac:cxnSpMkLst>
            <pc:docMk/>
            <pc:sldMk cId="2997144140" sldId="294"/>
            <ac:cxnSpMk id="33" creationId="{59529365-E755-2EC2-E966-3B92A99D9F99}"/>
          </ac:cxnSpMkLst>
        </pc:cxnChg>
      </pc:sldChg>
      <pc:sldChg chg="modSp mod">
        <pc:chgData name="sarumathi42309@outlook.com" userId="0605be4fb276a409" providerId="LiveId" clId="{12791EE1-7A5F-4DC6-8D91-55722DA266F8}" dt="2026-08-29T17:35:40.807" v="521" actId="113"/>
        <pc:sldMkLst>
          <pc:docMk/>
          <pc:sldMk cId="3916788613" sldId="296"/>
        </pc:sldMkLst>
        <pc:spChg chg="mod">
          <ac:chgData name="sarumathi42309@outlook.com" userId="0605be4fb276a409" providerId="LiveId" clId="{12791EE1-7A5F-4DC6-8D91-55722DA266F8}" dt="2026-08-29T17:35:25.631" v="519" actId="1076"/>
          <ac:spMkLst>
            <pc:docMk/>
            <pc:sldMk cId="3916788613" sldId="296"/>
            <ac:spMk id="6" creationId="{00000000-0000-0000-0000-000000000000}"/>
          </ac:spMkLst>
        </pc:spChg>
        <pc:spChg chg="mod">
          <ac:chgData name="sarumathi42309@outlook.com" userId="0605be4fb276a409" providerId="LiveId" clId="{12791EE1-7A5F-4DC6-8D91-55722DA266F8}" dt="2026-08-29T17:35:16.031" v="518" actId="1076"/>
          <ac:spMkLst>
            <pc:docMk/>
            <pc:sldMk cId="3916788613" sldId="296"/>
            <ac:spMk id="7" creationId="{00000000-0000-0000-0000-000000000000}"/>
          </ac:spMkLst>
        </pc:spChg>
        <pc:spChg chg="mod">
          <ac:chgData name="sarumathi42309@outlook.com" userId="0605be4fb276a409" providerId="LiveId" clId="{12791EE1-7A5F-4DC6-8D91-55722DA266F8}" dt="2026-08-29T17:34:55.653" v="516" actId="1076"/>
          <ac:spMkLst>
            <pc:docMk/>
            <pc:sldMk cId="3916788613" sldId="296"/>
            <ac:spMk id="9" creationId="{5DBCE864-823D-4A13-9607-5DA1F0ED5FB8}"/>
          </ac:spMkLst>
        </pc:spChg>
        <pc:spChg chg="mod">
          <ac:chgData name="sarumathi42309@outlook.com" userId="0605be4fb276a409" providerId="LiveId" clId="{12791EE1-7A5F-4DC6-8D91-55722DA266F8}" dt="2026-08-29T17:35:33.956" v="520" actId="14100"/>
          <ac:spMkLst>
            <pc:docMk/>
            <pc:sldMk cId="3916788613" sldId="296"/>
            <ac:spMk id="10" creationId="{AD4F69D3-EEB0-4C4C-9434-B9960FB5854C}"/>
          </ac:spMkLst>
        </pc:spChg>
        <pc:spChg chg="mod">
          <ac:chgData name="sarumathi42309@outlook.com" userId="0605be4fb276a409" providerId="LiveId" clId="{12791EE1-7A5F-4DC6-8D91-55722DA266F8}" dt="2026-08-29T17:34:59.434" v="517" actId="1076"/>
          <ac:spMkLst>
            <pc:docMk/>
            <pc:sldMk cId="3916788613" sldId="296"/>
            <ac:spMk id="17409" creationId="{00000000-0000-0000-0000-000000000000}"/>
          </ac:spMkLst>
        </pc:spChg>
        <pc:spChg chg="mod">
          <ac:chgData name="sarumathi42309@outlook.com" userId="0605be4fb276a409" providerId="LiveId" clId="{12791EE1-7A5F-4DC6-8D91-55722DA266F8}" dt="2026-08-29T17:35:40.807" v="521" actId="113"/>
          <ac:spMkLst>
            <pc:docMk/>
            <pc:sldMk cId="3916788613" sldId="296"/>
            <ac:spMk id="17410" creationId="{00000000-0000-0000-0000-000000000000}"/>
          </ac:spMkLst>
        </pc:spChg>
      </pc:sldChg>
      <pc:sldChg chg="add del">
        <pc:chgData name="sarumathi42309@outlook.com" userId="0605be4fb276a409" providerId="LiveId" clId="{12791EE1-7A5F-4DC6-8D91-55722DA266F8}" dt="2026-08-29T15:39:10.485" v="300" actId="47"/>
        <pc:sldMkLst>
          <pc:docMk/>
          <pc:sldMk cId="1361374122" sldId="297"/>
        </pc:sldMkLst>
      </pc:sldChg>
      <pc:sldChg chg="add del">
        <pc:chgData name="sarumathi42309@outlook.com" userId="0605be4fb276a409" providerId="LiveId" clId="{12791EE1-7A5F-4DC6-8D91-55722DA266F8}" dt="2026-08-29T17:29:54.837" v="507" actId="2696"/>
        <pc:sldMkLst>
          <pc:docMk/>
          <pc:sldMk cId="1464306903" sldId="297"/>
        </pc:sldMkLst>
      </pc:sldChg>
      <pc:sldChg chg="add del">
        <pc:chgData name="sarumathi42309@outlook.com" userId="0605be4fb276a409" providerId="LiveId" clId="{12791EE1-7A5F-4DC6-8D91-55722DA266F8}" dt="2026-08-29T16:09:29.370" v="351" actId="47"/>
        <pc:sldMkLst>
          <pc:docMk/>
          <pc:sldMk cId="1656741002" sldId="297"/>
        </pc:sldMkLst>
      </pc:sldChg>
      <pc:sldChg chg="add del">
        <pc:chgData name="sarumathi42309@outlook.com" userId="0605be4fb276a409" providerId="LiveId" clId="{12791EE1-7A5F-4DC6-8D91-55722DA266F8}" dt="2026-08-29T16:44:00.973" v="389" actId="47"/>
        <pc:sldMkLst>
          <pc:docMk/>
          <pc:sldMk cId="3497119276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278183" y="1957799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58334" y="648615"/>
            <a:ext cx="8627534" cy="1154786"/>
          </a:xfrm>
        </p:spPr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BASED MODEL DEVELOPMENT FOR DESIGN OF AREA SPECIFIC SHELTER FOR THERMAL COMFORT MAINTENANCE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03401"/>
            <a:ext cx="6574282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Problem Statement ID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SIH26051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 Based Model Development for Design of Area Specific shelter for Thermal Comfort.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Miscellaneous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SIH26-A0H-T097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ZENITH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" y="6642388"/>
            <a:ext cx="12191999" cy="277683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55600" y="-478268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CREATING A WEBSITE FOR “THERMAL SHELTER” 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55600" y="1355210"/>
            <a:ext cx="112268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200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24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549219"/>
            <a:ext cx="2844800" cy="545847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610185"/>
            <a:ext cx="3204000" cy="31598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7733" y="57565"/>
            <a:ext cx="1398632" cy="7915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ZENITH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3650" y="1500"/>
            <a:ext cx="1676286" cy="79151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5D1BEA-9DB6-2B0D-DBCB-2379A494E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459486"/>
              </p:ext>
            </p:extLst>
          </p:nvPr>
        </p:nvGraphicFramePr>
        <p:xfrm>
          <a:off x="67733" y="1135110"/>
          <a:ext cx="7078134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8134">
                  <a:extLst>
                    <a:ext uri="{9D8B030D-6E8A-4147-A177-3AD203B41FA5}">
                      <a16:colId xmlns:a16="http://schemas.microsoft.com/office/drawing/2014/main" val="2959861600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Software-based shelter design uses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climate data and simulation tools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to develop structures that provide better thermal comfort for users and stored crops.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analyzes important environmental factors such as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temperature, humidity, wind speed, solar radiation, and rainfall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to understand the conditions of a particular location.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design process considers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 climatic conditions, available construction materials, and site characteristics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to create shelters that are suitable for their surroundings.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Different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passive design strategies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such as natural ventilation, shading, insulation, and proper building orientation, are incorporated to control heat naturally.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Computer simulations help evaluate the performance of a proposed shelter and identify the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most effective design solutions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before actual construction.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23489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C38C345-EBEF-F02D-0BDC-575501FAAFA9}"/>
              </a:ext>
            </a:extLst>
          </p:cNvPr>
          <p:cNvSpPr txBox="1"/>
          <p:nvPr/>
        </p:nvSpPr>
        <p:spPr>
          <a:xfrm>
            <a:off x="67733" y="793011"/>
            <a:ext cx="4563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SOFTWARE-BASED SHELTER DESIGN: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505574-0956-0273-6FE1-657317D95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828022"/>
              </p:ext>
            </p:extLst>
          </p:nvPr>
        </p:nvGraphicFramePr>
        <p:xfrm>
          <a:off x="42334" y="3907820"/>
          <a:ext cx="7103533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3533">
                  <a:extLst>
                    <a:ext uri="{9D8B030D-6E8A-4147-A177-3AD203B41FA5}">
                      <a16:colId xmlns:a16="http://schemas.microsoft.com/office/drawing/2014/main" val="3277926741"/>
                    </a:ext>
                  </a:extLst>
                </a:gridCol>
              </a:tblGrid>
              <a:tr h="2315180">
                <a:tc>
                  <a:txBody>
                    <a:bodyPr/>
                    <a:lstStyle/>
                    <a:p>
                      <a:pPr marL="285750" lvl="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main idea is to use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 climate data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to design shelters that can maintain suitable indoor conditions without relying heavily on artificial cooling systems.</a:t>
                      </a:r>
                    </a:p>
                    <a:p>
                      <a:pPr marL="285750" lvl="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system studies how the surrounding climate affects the shelter and uses this information to develop a design that provides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 cooling and improved thermal comfort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lvl="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Features such as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ventilation openings, shading elements, suitable materials, and roof design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can be optimized according to the climatic conditions.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 responding to the local environment, the shelter can help reduce the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heat entering the structure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and maintain a more suitable temperature inside.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approach is especially useful for crop storage because maintaining appropriate conditions can help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protect crops from excessive heat and environmental damage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12318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911EDA3-A505-8E3D-7C3B-7021F17C56AE}"/>
              </a:ext>
            </a:extLst>
          </p:cNvPr>
          <p:cNvSpPr txBox="1"/>
          <p:nvPr/>
        </p:nvSpPr>
        <p:spPr>
          <a:xfrm>
            <a:off x="-67734" y="3590532"/>
            <a:ext cx="496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CLIMATE-RESPONSIVE APPROACH: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417F99C-1559-0AE9-0B7B-06DDDB1AC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920884"/>
              </p:ext>
            </p:extLst>
          </p:nvPr>
        </p:nvGraphicFramePr>
        <p:xfrm>
          <a:off x="7255935" y="1003620"/>
          <a:ext cx="4868332" cy="5352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8332">
                  <a:extLst>
                    <a:ext uri="{9D8B030D-6E8A-4147-A177-3AD203B41FA5}">
                      <a16:colId xmlns:a16="http://schemas.microsoft.com/office/drawing/2014/main" val="877472981"/>
                    </a:ext>
                  </a:extLst>
                </a:gridCol>
              </a:tblGrid>
              <a:tr h="5352733"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STHIRA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is a web-based platform developed to provide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customized, low-cost, and climate-responsive shelter designs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based on the specific requirements of users.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website uses relevant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climate conditions and user inputs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to suggest shelter solutions that are better suited to the selected location.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STHIRA is mainly focused on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crop storage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where proper temperature control and ventilation are important for maintaining crop quality.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platform considers factors such as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 climate, shelter requirements, materials, and passive cooling techniques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while developing suitable design solutions.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aims to provide farmers and users with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affordable shelter options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that can be implemented using locally available and practical materials.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system helps users understand how different design choices can affect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thermal comfort, energy consumption, and overall shelter performance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 combining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technology, climate analysis, and sustainable design principles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STHIRA provides a practical solution for developing efficient crop-storage shelters.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ultimate goal of STHIRA is to make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climate-responsive shelter design easier, more accessible, economical, and sustainable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for different users and locations.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26286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5E3358-8766-FB2D-5D5A-1997AFA15949}"/>
              </a:ext>
            </a:extLst>
          </p:cNvPr>
          <p:cNvSpPr txBox="1"/>
          <p:nvPr/>
        </p:nvSpPr>
        <p:spPr>
          <a:xfrm>
            <a:off x="7145867" y="698866"/>
            <a:ext cx="4596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5">
                    <a:lumMod val="50000"/>
                  </a:schemeClr>
                </a:solidFill>
              </a:rPr>
              <a:t>STHIRA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 – AN INNOVATIVE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48099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ZENITH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EC3407-2747-1FB3-9B4E-BD078B1B6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441052"/>
              </p:ext>
            </p:extLst>
          </p:nvPr>
        </p:nvGraphicFramePr>
        <p:xfrm>
          <a:off x="101600" y="1326852"/>
          <a:ext cx="7349067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9067">
                  <a:extLst>
                    <a:ext uri="{9D8B030D-6E8A-4147-A177-3AD203B41FA5}">
                      <a16:colId xmlns:a16="http://schemas.microsoft.com/office/drawing/2014/main" val="1760927706"/>
                    </a:ext>
                  </a:extLst>
                </a:gridCol>
              </a:tblGrid>
              <a:tr h="4374402"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Climate Data API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– Collects local climate information such as temperature, humidity, wind speed, and solar radiation to understand the environmental conditions of the selected location.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Recommendation Algorithm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– Analyzes the collected climate data along with user requirements and recommends suitable shelter designs, materials, and passive cooling strategies.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Language Support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– Provides the website in multiple languages so that users from different regions can easily understand the design recommendations and use the platform effectively.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Optional Hardware Integration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– Can be connected with sensors or other hardware devices to collect real-time information such as temperature and humidity for more accurate shelter recommendations.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Working Prototype – STHIRA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– A functional website that brings all these components together and provides users with 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customized, low-cost, and climate-responsive shelter designs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for crop storage.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50622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33769B1-AA7C-31A0-1287-4F45C78C7E45}"/>
              </a:ext>
            </a:extLst>
          </p:cNvPr>
          <p:cNvSpPr txBox="1"/>
          <p:nvPr/>
        </p:nvSpPr>
        <p:spPr>
          <a:xfrm>
            <a:off x="-1" y="910709"/>
            <a:ext cx="7450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TECHNICAL COMPONENTS AND IMPLEMENTATION OF STHIRA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C58B4E-B115-10B2-2D68-56023AB97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217772"/>
              </p:ext>
            </p:extLst>
          </p:nvPr>
        </p:nvGraphicFramePr>
        <p:xfrm>
          <a:off x="7518400" y="1025694"/>
          <a:ext cx="4511536" cy="5192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1536">
                  <a:extLst>
                    <a:ext uri="{9D8B030D-6E8A-4147-A177-3AD203B41FA5}">
                      <a16:colId xmlns:a16="http://schemas.microsoft.com/office/drawing/2014/main" val="1163635844"/>
                    </a:ext>
                  </a:extLst>
                </a:gridCol>
              </a:tblGrid>
              <a:tr h="5192546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Simulation and Design Optimization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– The proposed shelter designs can be evaluated using 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software-based simulations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to understand their thermal performance. This helps identify better combinations of materials, ventilation, shading, and orientation before the shelter is constructed.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User-Centered Design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– The platform is designed around the 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specific needs and limitations of the user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allowing recommendations to be adapted according to location, budget, crop requirements, and locally available resources.</a:t>
                      </a:r>
                    </a:p>
                    <a:p>
                      <a:br>
                        <a:rPr lang="en-US" dirty="0"/>
                      </a:b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3436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3212"/>
            <a:ext cx="12191999" cy="236379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37067" y="-302680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76266" y="6538915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538915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150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ZENITH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8666" y="1500"/>
            <a:ext cx="1531269" cy="7230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7CDE3A-3494-7F02-8292-A934D7232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857" y="532418"/>
            <a:ext cx="9009742" cy="60064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ZENITH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FD4A95-7DF5-28E4-C2E9-AE90E997D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68434"/>
              </p:ext>
            </p:extLst>
          </p:nvPr>
        </p:nvGraphicFramePr>
        <p:xfrm>
          <a:off x="4106333" y="2777067"/>
          <a:ext cx="3745867" cy="651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867">
                  <a:extLst>
                    <a:ext uri="{9D8B030D-6E8A-4147-A177-3AD203B41FA5}">
                      <a16:colId xmlns:a16="http://schemas.microsoft.com/office/drawing/2014/main" val="1494236368"/>
                    </a:ext>
                  </a:extLst>
                </a:gridCol>
              </a:tblGrid>
              <a:tr h="651933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IMPACT AND BENEFITS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43220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40DFBBD-7232-555C-D24A-3E4983F5283E}"/>
              </a:ext>
            </a:extLst>
          </p:cNvPr>
          <p:cNvCxnSpPr/>
          <p:nvPr/>
        </p:nvCxnSpPr>
        <p:spPr>
          <a:xfrm>
            <a:off x="2582333" y="3005667"/>
            <a:ext cx="14562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D85B58-3812-C80F-DA03-3FDB62E52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548566"/>
              </p:ext>
            </p:extLst>
          </p:nvPr>
        </p:nvGraphicFramePr>
        <p:xfrm>
          <a:off x="160439" y="2383366"/>
          <a:ext cx="2370667" cy="1439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667">
                  <a:extLst>
                    <a:ext uri="{9D8B030D-6E8A-4147-A177-3AD203B41FA5}">
                      <a16:colId xmlns:a16="http://schemas.microsoft.com/office/drawing/2014/main" val="2469750355"/>
                    </a:ext>
                  </a:extLst>
                </a:gridCol>
              </a:tblGrid>
              <a:tr h="1439334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Improved Comfort &amp; Health: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Maintains better thermal conditions, improving comfort and well-being for users.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333521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2650F3-26C3-942E-C461-7DBF70D8201F}"/>
              </a:ext>
            </a:extLst>
          </p:cNvPr>
          <p:cNvCxnSpPr/>
          <p:nvPr/>
        </p:nvCxnSpPr>
        <p:spPr>
          <a:xfrm>
            <a:off x="5833533" y="3429000"/>
            <a:ext cx="0" cy="10244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4197AA3-5A5C-39FD-D442-49F64CBF3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328195"/>
              </p:ext>
            </p:extLst>
          </p:nvPr>
        </p:nvGraphicFramePr>
        <p:xfrm>
          <a:off x="4648200" y="4518712"/>
          <a:ext cx="2622867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2867">
                  <a:extLst>
                    <a:ext uri="{9D8B030D-6E8A-4147-A177-3AD203B41FA5}">
                      <a16:colId xmlns:a16="http://schemas.microsoft.com/office/drawing/2014/main" val="2081621276"/>
                    </a:ext>
                  </a:extLst>
                </a:gridCol>
              </a:tblGrid>
              <a:tr h="116863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Reduced Energy Costs: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Minimizes dependence on active heating and cooling systems through passive design strategies.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599745"/>
                  </a:ext>
                </a:extLst>
              </a:tr>
            </a:tbl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86DFE4-959E-2B2D-3D9B-51788F1D00B6}"/>
              </a:ext>
            </a:extLst>
          </p:cNvPr>
          <p:cNvCxnSpPr/>
          <p:nvPr/>
        </p:nvCxnSpPr>
        <p:spPr>
          <a:xfrm>
            <a:off x="7852200" y="3005667"/>
            <a:ext cx="13849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6AD45B3-F78E-494D-C37F-1D7AF1CA8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743179"/>
              </p:ext>
            </p:extLst>
          </p:nvPr>
        </p:nvGraphicFramePr>
        <p:xfrm>
          <a:off x="9348217" y="2398659"/>
          <a:ext cx="2249850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850">
                  <a:extLst>
                    <a:ext uri="{9D8B030D-6E8A-4147-A177-3AD203B41FA5}">
                      <a16:colId xmlns:a16="http://schemas.microsoft.com/office/drawing/2014/main" val="3263691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Lower Construction Costs: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Recommends affordable, locally available, and cost-effective materials.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409865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5ED9A2C-49DB-A290-F0E5-9A850DD06244}"/>
              </a:ext>
            </a:extLst>
          </p:cNvPr>
          <p:cNvCxnSpPr/>
          <p:nvPr/>
        </p:nvCxnSpPr>
        <p:spPr>
          <a:xfrm flipH="1" flipV="1">
            <a:off x="4038600" y="2159000"/>
            <a:ext cx="1066800" cy="6180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73307F7-2D01-B10C-6D2B-F3F7D42C2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734777"/>
              </p:ext>
            </p:extLst>
          </p:nvPr>
        </p:nvGraphicFramePr>
        <p:xfrm>
          <a:off x="1526604" y="1014971"/>
          <a:ext cx="2445493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493">
                  <a:extLst>
                    <a:ext uri="{9D8B030D-6E8A-4147-A177-3AD203B41FA5}">
                      <a16:colId xmlns:a16="http://schemas.microsoft.com/office/drawing/2014/main" val="11315513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Environmental Sustainability: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Promotes eco-friendly materials and reduces energy consumption.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499677"/>
                  </a:ext>
                </a:extLst>
              </a:tr>
            </a:tbl>
          </a:graphicData>
        </a:graphic>
      </p:graphicFrame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88F522A-B1F6-8117-BC09-B76CC66E80C1}"/>
              </a:ext>
            </a:extLst>
          </p:cNvPr>
          <p:cNvCxnSpPr/>
          <p:nvPr/>
        </p:nvCxnSpPr>
        <p:spPr>
          <a:xfrm flipH="1">
            <a:off x="3395133" y="3429000"/>
            <a:ext cx="965200" cy="8297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EA990FCA-0FC7-E0DA-062B-0A528BE8A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547005"/>
              </p:ext>
            </p:extLst>
          </p:nvPr>
        </p:nvGraphicFramePr>
        <p:xfrm>
          <a:off x="780306" y="4376711"/>
          <a:ext cx="2445493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493">
                  <a:extLst>
                    <a:ext uri="{9D8B030D-6E8A-4147-A177-3AD203B41FA5}">
                      <a16:colId xmlns:a16="http://schemas.microsoft.com/office/drawing/2014/main" val="6467482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Affordable Shelter Solutions: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Makes thermally stable shelter design more accessible to communities with different budgets. 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517586"/>
                  </a:ext>
                </a:extLst>
              </a:tr>
            </a:tbl>
          </a:graphicData>
        </a:graphic>
      </p:graphicFrame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F6D2D46-0148-6EC3-6766-DB69BFDFF15A}"/>
              </a:ext>
            </a:extLst>
          </p:cNvPr>
          <p:cNvCxnSpPr>
            <a:cxnSpLocks/>
          </p:cNvCxnSpPr>
          <p:nvPr/>
        </p:nvCxnSpPr>
        <p:spPr>
          <a:xfrm>
            <a:off x="7528666" y="3429000"/>
            <a:ext cx="1074484" cy="7798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8723655-2F83-7ECA-52A0-37F12FC1F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308579"/>
              </p:ext>
            </p:extLst>
          </p:nvPr>
        </p:nvGraphicFramePr>
        <p:xfrm>
          <a:off x="8738685" y="4309375"/>
          <a:ext cx="235264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2645">
                  <a:extLst>
                    <a:ext uri="{9D8B030D-6E8A-4147-A177-3AD203B41FA5}">
                      <a16:colId xmlns:a16="http://schemas.microsoft.com/office/drawing/2014/main" val="3035818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Reduced Carbon Footprint: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Helps lower carbon emissions by decreasing dependence on energy-intensive systems.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393029"/>
                  </a:ext>
                </a:extLst>
              </a:tr>
            </a:tbl>
          </a:graphicData>
        </a:graphic>
      </p:graphicFrame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9529365-E755-2EC2-E966-3B92A99D9F99}"/>
              </a:ext>
            </a:extLst>
          </p:cNvPr>
          <p:cNvCxnSpPr>
            <a:cxnSpLocks/>
          </p:cNvCxnSpPr>
          <p:nvPr/>
        </p:nvCxnSpPr>
        <p:spPr>
          <a:xfrm flipV="1">
            <a:off x="6825381" y="2159000"/>
            <a:ext cx="926361" cy="6272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6CDE8C0B-AACC-2976-6E1D-952CBD323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559290"/>
              </p:ext>
            </p:extLst>
          </p:nvPr>
        </p:nvGraphicFramePr>
        <p:xfrm>
          <a:off x="7751742" y="1019096"/>
          <a:ext cx="2445493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493">
                  <a:extLst>
                    <a:ext uri="{9D8B030D-6E8A-4147-A177-3AD203B41FA5}">
                      <a16:colId xmlns:a16="http://schemas.microsoft.com/office/drawing/2014/main" val="1501948533"/>
                    </a:ext>
                  </a:extLst>
                </a:gridCol>
              </a:tblGrid>
              <a:tr h="975785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Community Resilience: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Supports climate-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adaptive shelters that can better respond to changing local climatic conditions.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694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0482"/>
            <a:ext cx="12191999" cy="29751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-189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57301" y="956242"/>
            <a:ext cx="9385300" cy="6036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sz="2000" b="1" dirty="0"/>
              <a:t>sciencedirect.com in Bing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sz="2000" b="1" dirty="0"/>
              <a:t>Read on Springer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ASHRAE Standard 55 (2023)</a:t>
            </a:r>
            <a:r>
              <a:rPr lang="en-US" sz="2000" dirty="0"/>
              <a:t> – </a:t>
            </a:r>
            <a:r>
              <a:rPr lang="en-US" sz="2000" i="1" dirty="0"/>
              <a:t>Thermal Environmental Conditions for Human Occupancy.</a:t>
            </a:r>
            <a:r>
              <a:rPr lang="en-US" sz="2000" dirty="0"/>
              <a:t>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ISO 52016-1:2017</a:t>
            </a:r>
            <a:r>
              <a:rPr lang="en-US" sz="2000" dirty="0"/>
              <a:t> – </a:t>
            </a:r>
            <a:r>
              <a:rPr lang="en-US" sz="2000" i="1" dirty="0"/>
              <a:t>Energy Performance of Buildings: Energy Needs for Heating and Cooling and Internal Temperatures.</a:t>
            </a:r>
            <a:r>
              <a:rPr lang="en-US" sz="2000" dirty="0"/>
              <a:t>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NASA POWER</a:t>
            </a:r>
            <a:r>
              <a:rPr lang="en-US" sz="2000" dirty="0"/>
              <a:t> – Solar and meteorological climate datasets for energy, agriculture, and infrastructure applications.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India Meteorological Department / Climate Data Service Portal</a:t>
            </a:r>
            <a:r>
              <a:rPr lang="en-US" sz="2000" dirty="0"/>
              <a:t> – Indian weather and climate data services.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 err="1"/>
              <a:t>EnergyPlus</a:t>
            </a:r>
            <a:r>
              <a:rPr lang="en-US" sz="2000" b="1" dirty="0"/>
              <a:t>, U.S. Department of Energy</a:t>
            </a:r>
            <a:r>
              <a:rPr lang="en-US" sz="2000" dirty="0"/>
              <a:t> – Whole-building energy and thermal performance simulation.</a:t>
            </a:r>
            <a:br>
              <a:rPr lang="en-US" sz="2000" dirty="0"/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99498" y="656048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284134" y="6537860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4890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ZENITH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8103</TotalTime>
  <Words>984</Words>
  <Application>Microsoft Office PowerPoint</Application>
  <PresentationFormat>Widescreen</PresentationFormat>
  <Paragraphs>80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CREATING A WEBSITE FOR “THERMAL SHELTER”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sarumathi42309@outlook.com</cp:lastModifiedBy>
  <cp:revision>151</cp:revision>
  <dcterms:created xsi:type="dcterms:W3CDTF">2013-12-12T18:46:50Z</dcterms:created>
  <dcterms:modified xsi:type="dcterms:W3CDTF">2026-08-29T17:36:15Z</dcterms:modified>
  <cp:category/>
</cp:coreProperties>
</file>